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1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24" y="30"/>
      </p:cViewPr>
      <p:guideLst>
        <p:guide orient="horz" pos="300"/>
        <p:guide pos="278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8DBE9-1329-4A4B-AA52-24277C87C397}" type="datetimeFigureOut">
              <a:rPr lang="zh-CN" altLang="en-US"/>
              <a:pPr>
                <a:defRPr/>
              </a:pPr>
              <a:t>2012/9/4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0BAEBD-FBF2-47FA-801A-1EA77964A6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CD2E4-16FF-414B-8DB0-3455EC2E9558}" type="datetimeFigureOut">
              <a:rPr lang="zh-CN" altLang="en-US"/>
              <a:pPr>
                <a:defRPr/>
              </a:pPr>
              <a:t>2012/9/4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44655-36B2-41F4-BE4D-338FD343FCA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27B7CA-D9AE-434D-9B1F-7DE7E6C64CF8}" type="datetimeFigureOut">
              <a:rPr lang="zh-CN" altLang="en-US"/>
              <a:pPr>
                <a:defRPr/>
              </a:pPr>
              <a:t>2012/9/4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58BCD-6B35-445B-BF7F-A28FF2AA30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BC3F5-5B56-4F2F-8309-961C49161D35}" type="datetimeFigureOut">
              <a:rPr lang="zh-CN" altLang="en-US"/>
              <a:pPr>
                <a:defRPr/>
              </a:pPr>
              <a:t>2012/9/4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0C888-14AB-4A2B-A48E-7F37397D217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9CAE1-01C0-432C-A909-A3AAB580035D}" type="datetimeFigureOut">
              <a:rPr lang="zh-CN" altLang="en-US"/>
              <a:pPr>
                <a:defRPr/>
              </a:pPr>
              <a:t>2012/9/4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6427-89A6-4B8C-8FD4-768BAF4DC46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F825D-5176-4BF6-99F0-655A8AF200ED}" type="datetimeFigureOut">
              <a:rPr lang="zh-CN" altLang="en-US"/>
              <a:pPr>
                <a:defRPr/>
              </a:pPr>
              <a:t>2012/9/4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69F38-642F-435F-AD0C-BECA647596A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AB574F-BB5C-4FCD-AAA7-C9C3B6338980}" type="datetimeFigureOut">
              <a:rPr lang="zh-CN" altLang="en-US"/>
              <a:pPr>
                <a:defRPr/>
              </a:pPr>
              <a:t>2012/9/4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02A726-8886-4546-ADB1-F72FD8C3D43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7A599-AC1A-4B1E-8987-366F714DE825}" type="datetimeFigureOut">
              <a:rPr lang="zh-CN" altLang="en-US"/>
              <a:pPr>
                <a:defRPr/>
              </a:pPr>
              <a:t>2012/9/4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628A7-9CE0-46CD-BB64-9CDDAD6A5A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2923F-94B3-456D-B8BD-E6983CA84E06}" type="datetimeFigureOut">
              <a:rPr lang="zh-CN" altLang="en-US"/>
              <a:pPr>
                <a:defRPr/>
              </a:pPr>
              <a:t>2012/9/4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25856-C41A-4E9C-B40F-E91425ED62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EC7F8-4688-46C0-8A1E-81A1A6A0BB00}" type="datetimeFigureOut">
              <a:rPr lang="zh-CN" altLang="en-US"/>
              <a:pPr>
                <a:defRPr/>
              </a:pPr>
              <a:t>2012/9/4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CE1FE-D29A-4A8F-AF79-B2D16328E7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5772D2-3CD6-44A7-95D8-C79CB1CC73FF}" type="datetimeFigureOut">
              <a:rPr lang="zh-CN" altLang="en-US"/>
              <a:pPr>
                <a:defRPr/>
              </a:pPr>
              <a:t>2012/9/4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849F08-E376-4121-B9E9-217307B426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1E5E29B-FEF1-41C9-A807-2832294FEBDE}" type="datetimeFigureOut">
              <a:rPr lang="zh-CN" altLang="en-US"/>
              <a:pPr>
                <a:defRPr/>
              </a:pPr>
              <a:t>2012/9/4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0643B05-D9BD-4916-A5D3-3B129209F7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539552" y="980728"/>
            <a:ext cx="8352928" cy="2160240"/>
          </a:xfrm>
          <a:prstGeom prst="rect">
            <a:avLst/>
          </a:prstGeom>
          <a:solidFill>
            <a:srgbClr val="EBF1DE">
              <a:alpha val="80000"/>
            </a:srgbClr>
          </a:solidFill>
          <a:ln w="3175"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7584" y="1347044"/>
            <a:ext cx="1643062" cy="6667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通过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亨氏商城注册</a:t>
            </a:r>
          </a:p>
        </p:txBody>
      </p:sp>
      <p:sp>
        <p:nvSpPr>
          <p:cNvPr id="7" name="矩形 6"/>
          <p:cNvSpPr/>
          <p:nvPr/>
        </p:nvSpPr>
        <p:spPr>
          <a:xfrm>
            <a:off x="6882817" y="1347044"/>
            <a:ext cx="1643062" cy="6667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通过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线下金牌店注册</a:t>
            </a:r>
          </a:p>
        </p:txBody>
      </p:sp>
      <p:sp>
        <p:nvSpPr>
          <p:cNvPr id="15" name="矩形 14"/>
          <p:cNvSpPr/>
          <p:nvPr/>
        </p:nvSpPr>
        <p:spPr>
          <a:xfrm>
            <a:off x="2610135" y="3861048"/>
            <a:ext cx="1656184" cy="7858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亨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氏商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城：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购买全线亨氏产品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804248" y="3861048"/>
            <a:ext cx="1800200" cy="7858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线下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金牌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店：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购买亨氏奶粉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547664" y="5157192"/>
            <a:ext cx="3748211" cy="10081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亨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币线上兑换：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亨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氏官网、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call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center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兑换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种礼品（产品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玩具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高值），通过快递发货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20800" y="3861048"/>
            <a:ext cx="1602928" cy="7858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亨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氏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官网：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获得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试用资格可获亨币</a:t>
            </a:r>
          </a:p>
        </p:txBody>
      </p:sp>
      <p:sp>
        <p:nvSpPr>
          <p:cNvPr id="52" name="矩形 51"/>
          <p:cNvSpPr/>
          <p:nvPr/>
        </p:nvSpPr>
        <p:spPr>
          <a:xfrm>
            <a:off x="4139952" y="1347044"/>
            <a:ext cx="1928813" cy="6667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通过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Call Center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注册</a:t>
            </a:r>
          </a:p>
        </p:txBody>
      </p:sp>
      <p:sp>
        <p:nvSpPr>
          <p:cNvPr id="53" name="矩形 52"/>
          <p:cNvSpPr/>
          <p:nvPr/>
        </p:nvSpPr>
        <p:spPr>
          <a:xfrm>
            <a:off x="2357934" y="2418606"/>
            <a:ext cx="2160587" cy="5715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注册商城会员</a:t>
            </a:r>
            <a:endParaRPr lang="zh-CN" altLang="en-US" sz="140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3528" y="188640"/>
            <a:ext cx="7776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亨币系统覆盖亨氏商城、线下金牌店、呼叫中心三大渠道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804075" y="2454610"/>
            <a:ext cx="1800547" cy="49949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注册成金牌店会员</a:t>
            </a:r>
            <a:endParaRPr lang="zh-CN" altLang="en-US" sz="140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4" name="直接箭头连接符 33"/>
          <p:cNvCxnSpPr>
            <a:stCxn id="29" idx="1"/>
            <a:endCxn id="53" idx="3"/>
          </p:cNvCxnSpPr>
          <p:nvPr/>
        </p:nvCxnSpPr>
        <p:spPr>
          <a:xfrm flipH="1">
            <a:off x="4518521" y="2704356"/>
            <a:ext cx="228555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76056" y="2427164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数据共享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7544" y="930206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/>
              <a:t>会员数据库</a:t>
            </a:r>
            <a:endParaRPr lang="zh-CN" altLang="en-US" sz="1600" b="1" dirty="0"/>
          </a:p>
        </p:txBody>
      </p:sp>
      <p:sp>
        <p:nvSpPr>
          <p:cNvPr id="28" name="矩形 27"/>
          <p:cNvSpPr/>
          <p:nvPr/>
        </p:nvSpPr>
        <p:spPr>
          <a:xfrm>
            <a:off x="4572000" y="3861048"/>
            <a:ext cx="1872208" cy="7858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call center：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购买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亨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氏全线产品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4" name="肘形连接符 43"/>
          <p:cNvCxnSpPr>
            <a:stCxn id="7" idx="2"/>
            <a:endCxn id="29" idx="0"/>
          </p:cNvCxnSpPr>
          <p:nvPr/>
        </p:nvCxnSpPr>
        <p:spPr>
          <a:xfrm rot="16200000" flipH="1">
            <a:off x="7483940" y="2234201"/>
            <a:ext cx="440816" cy="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/>
          <p:cNvCxnSpPr>
            <a:stCxn id="52" idx="2"/>
            <a:endCxn id="53" idx="0"/>
          </p:cNvCxnSpPr>
          <p:nvPr/>
        </p:nvCxnSpPr>
        <p:spPr>
          <a:xfrm rot="5400000">
            <a:off x="4068888" y="1383135"/>
            <a:ext cx="404812" cy="166613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5" idx="2"/>
            <a:endCxn id="53" idx="0"/>
          </p:cNvCxnSpPr>
          <p:nvPr/>
        </p:nvCxnSpPr>
        <p:spPr>
          <a:xfrm rot="16200000" flipH="1">
            <a:off x="2341265" y="1321643"/>
            <a:ext cx="404812" cy="178911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肘形连接符 50"/>
          <p:cNvCxnSpPr>
            <a:stCxn id="29" idx="2"/>
            <a:endCxn id="23" idx="0"/>
          </p:cNvCxnSpPr>
          <p:nvPr/>
        </p:nvCxnSpPr>
        <p:spPr>
          <a:xfrm rot="5400000">
            <a:off x="7250876" y="3407575"/>
            <a:ext cx="906946" cy="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6516216" y="5157192"/>
            <a:ext cx="2376264" cy="10081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亨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币线下兑换：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在线下金牌店兑换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种礼品，现场兑换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7" name="肘形连接符 56"/>
          <p:cNvCxnSpPr>
            <a:stCxn id="23" idx="2"/>
            <a:endCxn id="56" idx="0"/>
          </p:cNvCxnSpPr>
          <p:nvPr/>
        </p:nvCxnSpPr>
        <p:spPr>
          <a:xfrm rot="5400000">
            <a:off x="7449183" y="4902026"/>
            <a:ext cx="510331" cy="127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肘形连接符 61"/>
          <p:cNvCxnSpPr>
            <a:stCxn id="53" idx="2"/>
            <a:endCxn id="28" idx="0"/>
          </p:cNvCxnSpPr>
          <p:nvPr/>
        </p:nvCxnSpPr>
        <p:spPr>
          <a:xfrm rot="16200000" flipH="1">
            <a:off x="4037695" y="2390639"/>
            <a:ext cx="870942" cy="206987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肘形连接符 67"/>
          <p:cNvCxnSpPr>
            <a:stCxn id="53" idx="2"/>
            <a:endCxn id="15" idx="0"/>
          </p:cNvCxnSpPr>
          <p:nvPr/>
        </p:nvCxnSpPr>
        <p:spPr>
          <a:xfrm rot="5400000">
            <a:off x="3002757" y="3425577"/>
            <a:ext cx="870942" cy="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肘形连接符 70"/>
          <p:cNvCxnSpPr>
            <a:stCxn id="53" idx="2"/>
            <a:endCxn id="61" idx="0"/>
          </p:cNvCxnSpPr>
          <p:nvPr/>
        </p:nvCxnSpPr>
        <p:spPr>
          <a:xfrm rot="5400000">
            <a:off x="1944775" y="2367595"/>
            <a:ext cx="870942" cy="211596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肘形连接符 76"/>
          <p:cNvCxnSpPr>
            <a:stCxn id="28" idx="2"/>
            <a:endCxn id="33" idx="0"/>
          </p:cNvCxnSpPr>
          <p:nvPr/>
        </p:nvCxnSpPr>
        <p:spPr>
          <a:xfrm rot="5400000">
            <a:off x="4209772" y="3858859"/>
            <a:ext cx="510331" cy="208633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肘形连接符 79"/>
          <p:cNvCxnSpPr>
            <a:stCxn id="15" idx="2"/>
            <a:endCxn id="33" idx="0"/>
          </p:cNvCxnSpPr>
          <p:nvPr/>
        </p:nvCxnSpPr>
        <p:spPr>
          <a:xfrm rot="5400000">
            <a:off x="3174834" y="4893798"/>
            <a:ext cx="510331" cy="1645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肘形连接符 82"/>
          <p:cNvCxnSpPr>
            <a:stCxn id="61" idx="2"/>
            <a:endCxn id="33" idx="0"/>
          </p:cNvCxnSpPr>
          <p:nvPr/>
        </p:nvCxnSpPr>
        <p:spPr>
          <a:xfrm rot="16200000" flipH="1">
            <a:off x="2116852" y="3852273"/>
            <a:ext cx="510331" cy="209950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肘形连接符 92"/>
          <p:cNvCxnSpPr>
            <a:stCxn id="53" idx="2"/>
            <a:endCxn id="23" idx="0"/>
          </p:cNvCxnSpPr>
          <p:nvPr/>
        </p:nvCxnSpPr>
        <p:spPr>
          <a:xfrm rot="16200000" flipH="1">
            <a:off x="5135817" y="1292517"/>
            <a:ext cx="870942" cy="426612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>
            <a:off x="4716016" y="2780928"/>
            <a:ext cx="1944216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4860032" y="2852936"/>
            <a:ext cx="1656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smtClean="0">
                <a:solidFill>
                  <a:srgbClr val="FF0000"/>
                </a:solidFill>
              </a:rPr>
              <a:t>仅作金牌店会员同步</a:t>
            </a:r>
            <a:endParaRPr lang="zh-CN" altLang="en-US" sz="1200">
              <a:solidFill>
                <a:srgbClr val="FF0000"/>
              </a:solidFill>
            </a:endParaRPr>
          </a:p>
        </p:txBody>
      </p:sp>
      <p:cxnSp>
        <p:nvCxnSpPr>
          <p:cNvPr id="99" name="肘形连接符 98"/>
          <p:cNvCxnSpPr>
            <a:stCxn id="56" idx="2"/>
            <a:endCxn id="53" idx="1"/>
          </p:cNvCxnSpPr>
          <p:nvPr/>
        </p:nvCxnSpPr>
        <p:spPr>
          <a:xfrm rot="5400000" flipH="1">
            <a:off x="3300667" y="1761623"/>
            <a:ext cx="3460948" cy="5346414"/>
          </a:xfrm>
          <a:prstGeom prst="bentConnector4">
            <a:avLst>
              <a:gd name="adj1" fmla="val -11409"/>
              <a:gd name="adj2" fmla="val 14003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肘形连接符 98"/>
          <p:cNvCxnSpPr>
            <a:stCxn id="33" idx="2"/>
            <a:endCxn id="53" idx="1"/>
          </p:cNvCxnSpPr>
          <p:nvPr/>
        </p:nvCxnSpPr>
        <p:spPr>
          <a:xfrm rot="5400000" flipH="1">
            <a:off x="1159378" y="3902912"/>
            <a:ext cx="3460948" cy="1063836"/>
          </a:xfrm>
          <a:prstGeom prst="bentConnector4">
            <a:avLst>
              <a:gd name="adj1" fmla="val -6605"/>
              <a:gd name="adj2" fmla="val 30176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137</Words>
  <Application>Microsoft Office PowerPoint</Application>
  <PresentationFormat>全屏显示(4:3)</PresentationFormat>
  <Paragraphs>24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veens</dc:creator>
  <cp:lastModifiedBy>Qiu, Louis</cp:lastModifiedBy>
  <cp:revision>19</cp:revision>
  <dcterms:created xsi:type="dcterms:W3CDTF">2012-08-07T08:59:23Z</dcterms:created>
  <dcterms:modified xsi:type="dcterms:W3CDTF">2012-09-04T09:03:11Z</dcterms:modified>
</cp:coreProperties>
</file>